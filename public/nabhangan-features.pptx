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12188952" cy="2560320"/>
          </a:xfrm>
          <a:prstGeom prst="rect">
            <a:avLst/>
          </a:prstGeom>
          <a:solidFill>
            <a:srgbClr val="162D4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0584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Nabhangan Engineers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</a:rPr>
              <a:t>Project &amp; Workflow Tracker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5788152" cy="0"/>
          </a:xfrm>
          <a:prstGeom prst="line">
            <a:avLst/>
          </a:prstGeom>
          <a:noFill/>
          <a:ln w="12700">
            <a:solidFill>
              <a:srgbClr val="93C5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346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BD5E1"/>
                </a:solidFill>
              </a:rPr>
              <a:t>Platform Features &amp; Capabilities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A SaaS Product by Chemiligence Solutions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44068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Licensed to Nabhangan Engineers  ·  Free Trial valid till 26 June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6446520"/>
            <a:ext cx="103601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© 2026 Chemiligence Solutions. Developed by Dr. Nimish Pankhedkar.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1828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46520"/>
            <a:ext cx="12188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© 2026 Chemiligence Solutions  |  Licensed to Nabhangan Engineers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HOW IT WORKS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8-Stage Case Workflow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Every property valuation case moves through a defined pipeline — from initial lead to final dispatch.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920240"/>
            <a:ext cx="640080" cy="64008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93852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" y="263347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Lead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69848" y="2240280"/>
            <a:ext cx="512064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1920240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00200" y="193852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63347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Survey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58568" y="2240280"/>
            <a:ext cx="512064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88920" y="1920240"/>
            <a:ext cx="640080" cy="64008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88920" y="193852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514600" y="263347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Rate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Verif.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47288" y="2240280"/>
            <a:ext cx="512064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77640" y="1920240"/>
            <a:ext cx="640080" cy="64008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77640" y="193852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03320" y="263347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Drafting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36008" y="2240280"/>
            <a:ext cx="512064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66360" y="1920240"/>
            <a:ext cx="640080" cy="64008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66360" y="193852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92040" y="263347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Checking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824728" y="2240280"/>
            <a:ext cx="512064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55080" y="1920240"/>
            <a:ext cx="640080" cy="64008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193852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80760" y="263347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Print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13448" y="2240280"/>
            <a:ext cx="512064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3800" y="1920240"/>
            <a:ext cx="640080" cy="64008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43800" y="193852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269480" y="263347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Scan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202168" y="2240280"/>
            <a:ext cx="512064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32520" y="1920240"/>
            <a:ext cx="640080" cy="640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0" y="1938528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458200" y="263347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Dispatch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32461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</a:rPr>
              <a:t>Role-Based Access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3703320"/>
            <a:ext cx="3657600" cy="1371600"/>
          </a:xfrm>
          <a:prstGeom prst="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703320"/>
            <a:ext cx="3657600" cy="292608"/>
          </a:xfrm>
          <a:prstGeom prst="rect">
            <a:avLst>
              <a:gd name="adj" fmla="val 250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37033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Owner / Admin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" y="4041648"/>
            <a:ext cx="3474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Full control — create cases, assign staff, advance stages, view all reports and timelines.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370832" y="3703320"/>
            <a:ext cx="3657600" cy="1371600"/>
          </a:xfrm>
          <a:prstGeom prst="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70832" y="3703320"/>
            <a:ext cx="3657600" cy="292608"/>
          </a:xfrm>
          <a:prstGeom prst="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70832" y="37033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Staff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462272" y="4041648"/>
            <a:ext cx="3474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See only their assigned cases — fill forms, upload files, log hours, submit checklists.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284464" y="3703320"/>
            <a:ext cx="3657600" cy="1371600"/>
          </a:xfrm>
          <a:prstGeom prst="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84464" y="3703320"/>
            <a:ext cx="3657600" cy="292608"/>
          </a:xfrm>
          <a:prstGeom prst="rect">
            <a:avLst>
              <a:gd name="adj" fmla="val 25000"/>
            </a:avLst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37033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Third-Party Surveyor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375904" y="4041648"/>
            <a:ext cx="3474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Access via secure one-time link — no login needed. Submit site visit report from the field.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1828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46520"/>
            <a:ext cx="12188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© 2026 Chemiligence Solutions  |  Licensed to Nabhangan Engineers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OWNER / ADMIN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Dashboard &amp; Case Management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5880"/>
            <a:ext cx="557784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2588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Live Dashboard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" y="1764792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70992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Case count across all 8 stages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167128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1226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Realtime Occupancy — active work only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" y="2569464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51460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Third-party surveyor link tracking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" y="2971800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169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IST-accurate greetings &amp; stats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32588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1325880"/>
            <a:ext cx="557784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32588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Case Management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73952" y="1764792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70992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Create cases with full bank &amp; property info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73952" y="2167128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211226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Edit any case at any time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73952" y="2569464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51460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Delete cases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73952" y="2971800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29169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Mark documents pending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73952" y="3374136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331927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Approve cases before pipeline entry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70332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703320"/>
            <a:ext cx="557784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703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Staff Assignment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" y="4142232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08736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Assign staff to any of 7 workflow stages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544568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4897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Reassign or remove assignments freely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1792" y="4946904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8920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Dedicated assignments panel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21792" y="5349240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529437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Generate third-party survey links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09360" y="370332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9360" y="3703320"/>
            <a:ext cx="557784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09360" y="3703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Stage Control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473952" y="4142232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9400" y="408736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Advance case when stage is complete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73952" y="4544568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29400" y="44897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Revoke a submitted stage for correction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473952" y="4946904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29400" y="48920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Auto-advance on third-party submission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73952" y="5349240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29400" y="529437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Visual stepper showing case position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1828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46520"/>
            <a:ext cx="12188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© 2026 Chemiligence Solutions  |  Licensed to Nabhangan Engineers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OWNER / ADMIN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Reporting, Timeline &amp; Admin Tools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5880"/>
            <a:ext cx="557784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2588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Activity &amp; Timeline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" y="1764792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70992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Files, checklists &amp; time logs per stage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167128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1226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Third-party submission timestamps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" y="2569464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51460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Lead creation date in timeline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" y="2971800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169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All times in IST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" y="3374136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1927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Download timeline as CSV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32588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1325880"/>
            <a:ext cx="557784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32588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Site Survey Report PDF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3952" y="1764792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170992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Printable PDF with Chemiligence / Nabhangan logo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73952" y="2167128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11226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Bank, owner, property &amp; valuation details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73952" y="2569464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251460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GPS coordinates, dimensions &amp; boundaries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73952" y="2971800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29169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Embedded site photos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73952" y="3374136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331927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Signature strip &amp; copyright footer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370332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703320"/>
            <a:ext cx="557784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703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Admin Modules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1792" y="4142232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08736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Staff directory — add, edit, activate/deactivate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1792" y="4544568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4897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Checklist Templates per stage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21792" y="4946904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8920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Assignments panel — all stages in one view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1792" y="5349240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29437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Task Requests — approve or reject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309360" y="370332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09360" y="3703320"/>
            <a:ext cx="557784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3703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Security &amp; Access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473952" y="4142232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29400" y="408736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Secure login (Supabase Auth)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473952" y="4544568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29400" y="44897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Password change with current-password verify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73952" y="4946904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29400" y="48920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Role-based access control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473952" y="5349240"/>
            <a:ext cx="9144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29400" y="529437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Session-protected routes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1828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46520"/>
            <a:ext cx="12188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© 2026 Chemiligence Solutions  |  Licensed to Nabhangan Engineers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STAFF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</a:rPr>
              <a:t>Staff Member Features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5880"/>
            <a:ext cx="55778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2588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Personal Dashboard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" y="1764792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70992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Assigned cases at a glance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167128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1226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Total hours logged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" y="2569464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51460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Monthly attendance summary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" y="2971800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169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Pending task requests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32588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1325880"/>
            <a:ext cx="55778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32588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Case Work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73952" y="1764792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70992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Fill &amp; submit site visit reports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73952" y="2167128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211226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Submit checklist responses per stage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73952" y="2569464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51460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Upload files to a case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73952" y="2971800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29169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Log hours spent on each stage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703320"/>
            <a:ext cx="55778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703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Survey Form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" y="4142232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08736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Full site visit data entry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" y="4544568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4897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One-tap GPS location capture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946904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8920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Photo uploads (up to 10, max 5 MB each)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1792" y="5349240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29437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Save draft, return later, then submit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309360" y="3703320"/>
            <a:ext cx="557784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09360" y="3703320"/>
            <a:ext cx="55778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3703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Attendance &amp; Account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73952" y="4142232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29400" y="408736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Mark daily attendance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73952" y="4544568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9400" y="44897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Submit task requests to admin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73952" y="4946904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29400" y="48920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Self-service password change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473952" y="5349240"/>
            <a:ext cx="9144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29400" y="529437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View own profile &amp; assignments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12188952" cy="1828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6446520"/>
            <a:ext cx="12188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© 2026 Chemiligence Solutions  |  Licensed to Nabhangan Engineers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THIRD-PARTY SURVEYOR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E22CE"/>
                </a:solidFill>
              </a:rPr>
              <a:t>Secure Link-Based Survey Submission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External surveyors can submit site visit reports directly from the field — no app download, no login required.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743200" cy="3657600"/>
          </a:xfrm>
          <a:prstGeom prst="rect">
            <a:avLst/>
          </a:prstGeom>
          <a:solidFill>
            <a:srgbClr val="FAF5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7320" y="1965960"/>
            <a:ext cx="822960" cy="822960"/>
          </a:xfrm>
          <a:prstGeom prst="ellipse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1975104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22CE"/>
                </a:solidFill>
              </a:rPr>
              <a:t>Admin Generates Link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4360" y="3401568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One-time secure link created with configurable expiry (6h – 72h). Surveyor name recorded.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18688" y="2670048"/>
            <a:ext cx="146304" cy="0"/>
          </a:xfrm>
          <a:prstGeom prst="line">
            <a:avLst/>
          </a:prstGeom>
          <a:noFill/>
          <a:ln w="25400">
            <a:solidFill>
              <a:srgbClr val="7E22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1828800"/>
            <a:ext cx="2743200" cy="3657600"/>
          </a:xfrm>
          <a:prstGeom prst="rect">
            <a:avLst/>
          </a:prstGeom>
          <a:solidFill>
            <a:srgbClr val="FAF5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965960"/>
            <a:ext cx="822960" cy="822960"/>
          </a:xfrm>
          <a:prstGeom prst="ellipse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1975104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74720" y="2926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22CE"/>
                </a:solidFill>
              </a:rPr>
              <a:t>Surveyor Opens Link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20440" y="3401568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Works on any phone browser. No login, no app install. Link expires after use.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44768" y="2670048"/>
            <a:ext cx="146304" cy="0"/>
          </a:xfrm>
          <a:prstGeom prst="line">
            <a:avLst/>
          </a:prstGeom>
          <a:noFill/>
          <a:ln w="25400">
            <a:solidFill>
              <a:srgbClr val="7E22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1828800"/>
            <a:ext cx="2743200" cy="3657600"/>
          </a:xfrm>
          <a:prstGeom prst="rect">
            <a:avLst/>
          </a:prstGeom>
          <a:solidFill>
            <a:srgbClr val="FAF5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69480" y="1965960"/>
            <a:ext cx="822960" cy="822960"/>
          </a:xfrm>
          <a:prstGeom prst="ellipse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1975104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2926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22CE"/>
                </a:solidFill>
              </a:rPr>
              <a:t>Fill &amp; Submit Report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46520" y="3401568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Full property form, GPS capture, photo uploads. Draft auto-saves so surveyor can return.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070848" y="2670048"/>
            <a:ext cx="146304" cy="0"/>
          </a:xfrm>
          <a:prstGeom prst="line">
            <a:avLst/>
          </a:prstGeom>
          <a:noFill/>
          <a:ln w="25400">
            <a:solidFill>
              <a:srgbClr val="7E22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0" y="1828800"/>
            <a:ext cx="2743200" cy="3657600"/>
          </a:xfrm>
          <a:prstGeom prst="rect">
            <a:avLst/>
          </a:prstGeom>
          <a:solidFill>
            <a:srgbClr val="FAF5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195560" y="1965960"/>
            <a:ext cx="822960" cy="822960"/>
          </a:xfrm>
          <a:prstGeom prst="ellipse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95560" y="1975104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326880" y="2926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22CE"/>
                </a:solidFill>
              </a:rPr>
              <a:t>Case Auto-Advances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372600" y="3401568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On submission the case moves to Rate Verification. Timestamp recorded in Activity History &amp; Timeline.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0"/>
            <a:ext cx="12188952" cy="2286000"/>
          </a:xfrm>
          <a:prstGeom prst="rect">
            <a:avLst/>
          </a:prstGeom>
          <a:solidFill>
            <a:srgbClr val="162D4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93C5FD"/>
                </a:solidFill>
              </a:rPr>
              <a:t>Questions? We're here to help.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0" y="2743200"/>
            <a:ext cx="578815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2608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</a:rPr>
              <a:t>Dr. Nimish Pankhedkar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310128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Chemiligence Solutions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nimish.pankhedkar@gmail.com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521208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Licensed to Nabhangan Engineers  ·  Free Trial valid till 26 June 2026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557784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© 2026 Chemiligence Solutions. All rights reserved.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Chemiligence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Nabhangan Engineers – Platform Features</dc:title>
  <dc:subject>Platform Feature Overview</dc:subject>
  <dc:creator>Dr. Nimish Pankhedkar</dc:creator>
  <cp:lastModifiedBy>Dr. Nimish Pankhedkar</cp:lastModifiedBy>
  <cp:revision>1</cp:revision>
  <dcterms:created xsi:type="dcterms:W3CDTF">2026-06-16T13:34:44Z</dcterms:created>
  <dcterms:modified xsi:type="dcterms:W3CDTF">2026-06-16T13:34:44Z</dcterms:modified>
</cp:coreProperties>
</file>