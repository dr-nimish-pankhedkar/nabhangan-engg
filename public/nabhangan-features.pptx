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237744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Platform Features &amp; Capabilities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347472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3C5FD"/>
                </a:solidFill>
              </a:rPr>
              <a:t>Nabhangan Engineers — Project &amp; Workflow Tracker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630936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</a:rPr>
              <a:t>Chemiligence Solutions · Licensed to Nabhangan Engineers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0" y="411480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FDBFE"/>
                </a:solidFill>
              </a:rPr>
              <a:t>A SaaS product by Chemiligence Solutions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8-Stage Case Workflow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649224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Nabhangan Engineers — Workflow Tracker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2194560"/>
            <a:ext cx="1261872" cy="1005840"/>
          </a:xfrm>
          <a:prstGeom prst="rect">
            <a:avLst>
              <a:gd name="adj" fmla="val 9091"/>
            </a:avLst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2267712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3C5FD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2670048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Lead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536192" y="2633472"/>
            <a:ext cx="128016" cy="12801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9" name="Shape 7"/>
          <p:cNvSpPr/>
          <p:nvPr/>
        </p:nvSpPr>
        <p:spPr>
          <a:xfrm>
            <a:off x="1664208" y="2194560"/>
            <a:ext cx="1261872" cy="1005840"/>
          </a:xfrm>
          <a:prstGeom prst="rect">
            <a:avLst>
              <a:gd name="adj" fmla="val 9091"/>
            </a:avLst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1664208" y="2267712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3C5FD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64208" y="2670048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Survey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0" y="2633472"/>
            <a:ext cx="128016" cy="12801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3" name="Shape 11"/>
          <p:cNvSpPr/>
          <p:nvPr/>
        </p:nvSpPr>
        <p:spPr>
          <a:xfrm>
            <a:off x="3054096" y="2194560"/>
            <a:ext cx="1261872" cy="1005840"/>
          </a:xfrm>
          <a:prstGeom prst="rect">
            <a:avLst>
              <a:gd name="adj" fmla="val 9091"/>
            </a:avLst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3054096" y="2267712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3C5FD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054096" y="2670048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Verif.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15968" y="2633472"/>
            <a:ext cx="128016" cy="12801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7" name="Shape 15"/>
          <p:cNvSpPr/>
          <p:nvPr/>
        </p:nvSpPr>
        <p:spPr>
          <a:xfrm>
            <a:off x="4443984" y="2194560"/>
            <a:ext cx="1261872" cy="1005840"/>
          </a:xfrm>
          <a:prstGeom prst="rect">
            <a:avLst>
              <a:gd name="adj" fmla="val 9091"/>
            </a:avLst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4443984" y="2267712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3C5FD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43984" y="2670048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Drafting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705856" y="2633472"/>
            <a:ext cx="128016" cy="12801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1" name="Shape 19"/>
          <p:cNvSpPr/>
          <p:nvPr/>
        </p:nvSpPr>
        <p:spPr>
          <a:xfrm>
            <a:off x="5833872" y="2194560"/>
            <a:ext cx="1261872" cy="1005840"/>
          </a:xfrm>
          <a:prstGeom prst="rect">
            <a:avLst>
              <a:gd name="adj" fmla="val 9091"/>
            </a:avLst>
          </a:prstGeom>
          <a:solidFill>
            <a:srgbClr val="1E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5833872" y="2267712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3C5FD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833872" y="2670048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Checking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95744" y="2633472"/>
            <a:ext cx="128016" cy="12801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5" name="Shape 23"/>
          <p:cNvSpPr/>
          <p:nvPr/>
        </p:nvSpPr>
        <p:spPr>
          <a:xfrm>
            <a:off x="7223760" y="2194560"/>
            <a:ext cx="1261872" cy="1005840"/>
          </a:xfrm>
          <a:prstGeom prst="rect">
            <a:avLst>
              <a:gd name="adj" fmla="val 9091"/>
            </a:avLst>
          </a:prstGeom>
          <a:solidFill>
            <a:srgbClr val="1E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7223760" y="2267712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3C5FD"/>
                </a:solidFill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223760" y="2670048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Print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485632" y="2633472"/>
            <a:ext cx="128016" cy="12801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9" name="Shape 27"/>
          <p:cNvSpPr/>
          <p:nvPr/>
        </p:nvSpPr>
        <p:spPr>
          <a:xfrm>
            <a:off x="8613648" y="2194560"/>
            <a:ext cx="1261872" cy="1005840"/>
          </a:xfrm>
          <a:prstGeom prst="rect">
            <a:avLst>
              <a:gd name="adj" fmla="val 9091"/>
            </a:avLst>
          </a:prstGeom>
          <a:solidFill>
            <a:srgbClr val="1E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8613648" y="2267712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3C5FD"/>
                </a:solidFill>
              </a:rPr>
              <a:t>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613648" y="2670048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Scan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875520" y="2633472"/>
            <a:ext cx="128016" cy="12801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03536" y="2194560"/>
            <a:ext cx="1261872" cy="1005840"/>
          </a:xfrm>
          <a:prstGeom prst="rect">
            <a:avLst>
              <a:gd name="adj" fmla="val 9091"/>
            </a:avLst>
          </a:prstGeom>
          <a:solidFill>
            <a:srgbClr val="1E3A5F"/>
          </a:solidFill>
          <a:ln/>
        </p:spPr>
      </p:sp>
      <p:sp>
        <p:nvSpPr>
          <p:cNvPr id="34" name="Text 32"/>
          <p:cNvSpPr/>
          <p:nvPr/>
        </p:nvSpPr>
        <p:spPr>
          <a:xfrm>
            <a:off x="10003536" y="2267712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3C5FD"/>
                </a:solidFill>
              </a:rPr>
              <a:t>8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003536" y="2670048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Dispatch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Each stage is tracked separately. Staff are assigned per stage. The case advances only when the current stage is submitted and the admin approves.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371600" y="4389120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Role-based access — each person sees only their stage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371600" y="473659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Auto-advance on third-party survey submission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371600" y="5084064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Admin can revoke any stage for correction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371600" y="5431536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All timestamps recorded in Indian Standard Time (IST)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Owner / Administrator Features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649224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Nabhangan Engineers — Workflow Tracker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760720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96012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DASHBOARD &amp; OVERVIEW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47472" y="1271016"/>
            <a:ext cx="5614416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Live case count across all 8 workflow stages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Realtime Occupancy — staff on currently active work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Third-party surveyor tracking with link status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IST-personalised greeting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252728"/>
            <a:ext cx="5760720" cy="11247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960120"/>
            <a:ext cx="5760720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6382512" y="96012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CASE MANAGEMENT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382512" y="1271016"/>
            <a:ext cx="5614416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Create cases with bank, owner &amp; property details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Add custom survey fields per case at lead stage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Edit case info at any time; delete (admin only)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Mark documents pending; approve flagged cases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309360" y="1252728"/>
            <a:ext cx="5760720" cy="11247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487168"/>
            <a:ext cx="5760720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" y="2487168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STAFF ASSIGNMENT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7472" y="2798064"/>
            <a:ext cx="5614416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Assign staff to any of the 8 workflow stages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Visual assignment matrix — all cases × all staff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Assign non-project 'Other Tasks' to any staff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Generate secure third-party survey links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779776"/>
            <a:ext cx="5760720" cy="11247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2487168"/>
            <a:ext cx="5760720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6382512" y="2487168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STAGE CONTROL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382512" y="2798064"/>
            <a:ext cx="5614416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Advance case to next stage when ready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Revoke submitted stage for correction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Auto-advance when third-party survey submitted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Visual progress stepper on every case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309360" y="2779776"/>
            <a:ext cx="5760720" cy="11247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4014216"/>
            <a:ext cx="5760720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4014216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ACTIVITY &amp; TIMELINE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7472" y="4325112"/>
            <a:ext cx="5614416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Activity History: files, time logs, third-party submissions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Project Timeline: staff, hours &amp; submission timestamps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Lead creation date shown; all timestamps in IST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Download Timeline as CSV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4306824"/>
            <a:ext cx="5760720" cy="10332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4014216"/>
            <a:ext cx="5760720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6382512" y="4014216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ACCOUNT &amp; SECURITY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382512" y="4325112"/>
            <a:ext cx="5614416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Secure login with Supabase authentication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Change password with current password verification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Role-based access — admin sees all, staff sees own work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Session-protected routes throughout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09360" y="4306824"/>
            <a:ext cx="5760720" cy="10332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Owner / Administrator — Reports &amp; Admin Modules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649224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Nabhangan Engineers — Workflow Tracker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760720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96012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SITE SURVEY REPORT (PDF)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47472" y="1271016"/>
            <a:ext cx="5614416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Printable PDF with Nabhangan Engineers logo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Bank info, owner, property address, site visit details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GPS coordinates from on-site measurement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Property dimensions, building features &amp; valuation summary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Custom project-specific fields in a dedicated section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Site photos embedded (up to 10)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Signature strip and Chemiligence copyright footer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252728"/>
            <a:ext cx="576072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960120"/>
            <a:ext cx="5760720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6382512" y="96012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ADMIN MODULES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382512" y="1271016"/>
            <a:ext cx="5614416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Staff directory — add, edit, activate / deactivate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Assignments panel — stage allocation for all active cases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Other Tasks — assign non-project work to staff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Third-Party Survey Link generator with custom expiry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Task Requests — approve or reject staff-raised requests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Reports module for business analytics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309360" y="1252728"/>
            <a:ext cx="576072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880360"/>
            <a:ext cx="11795760" cy="29260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880360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</a:rPr>
              <a:t>CUSTOM SURVEY FIELDS — How it works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2743200" cy="1371600"/>
          </a:xfrm>
          <a:prstGeom prst="rect">
            <a:avLst>
              <a:gd name="adj" fmla="val 5333"/>
            </a:avLst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37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</a:rPr>
              <a:t>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8640" y="37490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Admin adds extra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fields when creating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or editing a lead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46120" y="3904488"/>
            <a:ext cx="201168" cy="8229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9" name="Shape 17"/>
          <p:cNvSpPr/>
          <p:nvPr/>
        </p:nvSpPr>
        <p:spPr>
          <a:xfrm>
            <a:off x="3474720" y="3291840"/>
            <a:ext cx="2743200" cy="1371600"/>
          </a:xfrm>
          <a:prstGeom prst="rect">
            <a:avLst>
              <a:gd name="adj" fmla="val 5333"/>
            </a:avLst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3337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</a:rPr>
              <a:t>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566160" y="37490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Fields appear in the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survey form for staff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or third-party surveyor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63640" y="3904488"/>
            <a:ext cx="201168" cy="8229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3" name="Shape 21"/>
          <p:cNvSpPr/>
          <p:nvPr/>
        </p:nvSpPr>
        <p:spPr>
          <a:xfrm>
            <a:off x="6492240" y="3291840"/>
            <a:ext cx="2743200" cy="1371600"/>
          </a:xfrm>
          <a:prstGeom prst="rect">
            <a:avLst>
              <a:gd name="adj" fmla="val 5333"/>
            </a:avLst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3337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583680" y="37490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Filled values saved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with the survey report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data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281160" y="3904488"/>
            <a:ext cx="201168" cy="8229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7" name="Shape 25"/>
          <p:cNvSpPr/>
          <p:nvPr/>
        </p:nvSpPr>
        <p:spPr>
          <a:xfrm>
            <a:off x="9509760" y="3291840"/>
            <a:ext cx="2743200" cy="1371600"/>
          </a:xfrm>
          <a:prstGeom prst="rect">
            <a:avLst>
              <a:gd name="adj" fmla="val 5333"/>
            </a:avLst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09760" y="3337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</a:rPr>
              <a:t>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601200" y="37490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Custom fields print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as 'Additional Info'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section in PDF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Staff Member Features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649224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Nabhangan Engineers — Workflow Tracker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760720" cy="29260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96012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PERSONAL DASHBOARD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47472" y="1271016"/>
            <a:ext cx="5614416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All cases currently assigned to them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Total hours logged across all cases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Attendance summary for the current month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Pending task requests at a glance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252728"/>
            <a:ext cx="5760720" cy="11247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960120"/>
            <a:ext cx="5760720" cy="29260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6382512" y="96012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CASE WORK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382512" y="1271016"/>
            <a:ext cx="5614416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Access assigned case detail page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Fill and submit site visit report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Custom survey fields specific to each case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Upload photos &amp; documents; log hours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309360" y="1252728"/>
            <a:ext cx="5760720" cy="11247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487168"/>
            <a:ext cx="5760720" cy="29260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" y="2487168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SURVEY FORM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7472" y="2798064"/>
            <a:ext cx="5614416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Full site visit data entry (all standard fields)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Custom fields added by admin for that case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One-tap GPS capture; photo upload (up to 10)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Save draft and return later; submit locks form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779776"/>
            <a:ext cx="5760720" cy="11247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2487168"/>
            <a:ext cx="5760720" cy="29260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6382512" y="2487168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ATTENDANCE &amp; REQUESTS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382512" y="2798064"/>
            <a:ext cx="5614416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Mark daily attendance (present / absent / half-day)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View attendance history for the current month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Submit task requests to admin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Track status of submitted requests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309360" y="2779776"/>
            <a:ext cx="5760720" cy="11247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4014216"/>
            <a:ext cx="5760720" cy="29260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4014216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ACCOUNT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7472" y="4325112"/>
            <a:ext cx="5614416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Self-service password change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Current password verified before update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View own profile details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4306824"/>
            <a:ext cx="5760720" cy="10332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4014216"/>
            <a:ext cx="5760720" cy="29260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6" name="Text 24"/>
          <p:cNvSpPr/>
          <p:nvPr/>
        </p:nvSpPr>
        <p:spPr>
          <a:xfrm>
            <a:off x="6382512" y="4014216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VISIBILITY PERMISSIONS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382512" y="4325112"/>
            <a:ext cx="5614416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Can view case progress and Activity History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Can download Site Survey Report PDF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Cannot edit case details or delete cases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Cannot see other staff's assignments or admin modules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09360" y="4306824"/>
            <a:ext cx="5760720" cy="10332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7E22C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Third-Party / External Surveyor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649224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Nabhangan Engineers — Workflow Tracker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1795760" cy="292608"/>
          </a:xfrm>
          <a:prstGeom prst="rect">
            <a:avLst/>
          </a:prstGeom>
          <a:solidFill>
            <a:srgbClr val="7E22CE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960120"/>
            <a:ext cx="1170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SECURE LINK-BASED SURVEY SUBMISSION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47472" y="1271016"/>
            <a:ext cx="11649456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Admin generates a one-time secure link with configurable expiry (6 h – 72 h)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External surveyor accesses the full form directly — no login or account required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Form includes all standard site visit fields plus any custom fields defined for that case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One-tap GPS location capture on mobile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Photo uploads directly from the field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Draft auto-save — surveyor can return and continue before final submission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On final submit: case automatically advances to Rate Verification stage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Link becomes invalid after submission; used-at timestamp recorded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✓  Surveyor name and submission time visible in Activity History and Project Timeline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252728"/>
            <a:ext cx="11795760" cy="2907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4343400"/>
            <a:ext cx="11795760" cy="292608"/>
          </a:xfrm>
          <a:prstGeom prst="rect">
            <a:avLst/>
          </a:prstGeom>
          <a:solidFill>
            <a:srgbClr val="F3E8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343400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E22CE"/>
                </a:solidFill>
              </a:rPr>
              <a:t>WHY THIS MATTERS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4754880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→  No app install needed — works in any mobile browser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5084064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→  Secure — link expires and becomes invalid after use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541324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→  Auto-advances workflow — no manual step needed from office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5742432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→  Custom fields travel with the link — surveyor fills all required data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237744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Thank You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347472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3C5FD"/>
                </a:solidFill>
              </a:rPr>
              <a:t>Questions? Contact Dr. Nimish Pankhedkar, Chemiligence Solutions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630936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</a:rPr>
              <a:t>Chemiligence Solutions · Licensed to Nabhangan Engineers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0" y="594360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A5FA"/>
                </a:solidFill>
              </a:rPr>
              <a:t>© 2026 Chemiligence Solutions · All rights reserved · Licensed to Nabhangan Engineers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2026-06-16T15:54:37Z</dcterms:created>
  <dcterms:modified xsi:type="dcterms:W3CDTF">2026-06-16T15:54:37Z</dcterms:modified>
</cp:coreProperties>
</file>